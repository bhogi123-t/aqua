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Aquasphere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E0F7FA"/>
                </a:solidFill>
              </a:defRPr>
            </a:pPr>
            <a:r>
              <a:t>Smart Aquaculture Monitoring Using IoT &amp; Cloud Technology</a:t>
            </a:r>
          </a:p>
          <a:p/>
          <a:p>
            <a:r>
              <a:t>Presented by:</a:t>
            </a:r>
          </a:p>
          <a:p>
            <a:r>
              <a:t>Thirumalasetti Bhogeswara Rao</a:t>
            </a:r>
          </a:p>
          <a:p>
            <a:r>
              <a:t>B.Tech – [Your Branch]</a:t>
            </a:r>
          </a:p>
          <a:p>
            <a:r>
              <a:t>Date: 29-03-2026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Aquaculture plays a major role in India’s economy.</a:t>
            </a:r>
          </a:p>
          <a:p>
            <a:r>
              <a:t>• Water quality directly impacts fish growth and survival.</a:t>
            </a:r>
          </a:p>
          <a:p/>
          <a:p>
            <a:r>
              <a:t>Traditional fish farming lacks:</a:t>
            </a:r>
          </a:p>
          <a:p>
            <a:r>
              <a:t>• Real-time monitoring</a:t>
            </a:r>
          </a:p>
          <a:p>
            <a:r>
              <a:t>• Automated alerts</a:t>
            </a:r>
          </a:p>
          <a:p>
            <a:r>
              <a:t>• Data-based decision support</a:t>
            </a:r>
          </a:p>
          <a:p/>
          <a:p>
            <a:r>
              <a:t>Aquasphere provides a smart, digital monitoring system for fish ponds.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Fish farmers face:</a:t>
            </a:r>
          </a:p>
          <a:p>
            <a:r>
              <a:t>• Manual water testing</a:t>
            </a:r>
          </a:p>
          <a:p>
            <a:r>
              <a:t>• Delayed detection of poor water quality</a:t>
            </a:r>
          </a:p>
          <a:p>
            <a:r>
              <a:t>• Sudden fish mortality</a:t>
            </a:r>
          </a:p>
          <a:p>
            <a:r>
              <a:t>• Lack of technical monitoring tools</a:t>
            </a:r>
          </a:p>
          <a:p>
            <a:r>
              <a:t>• Financial losses</a:t>
            </a:r>
          </a:p>
          <a:p/>
          <a:p>
            <a:r>
              <a:t>There is a need for a low-cost, automated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– Aquasphere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Aquasphere is a:</a:t>
            </a:r>
          </a:p>
          <a:p>
            <a:r>
              <a:t>✔ IoT-based monitoring system</a:t>
            </a:r>
          </a:p>
          <a:p>
            <a:r>
              <a:t>✔ Cloud-connected web application</a:t>
            </a:r>
          </a:p>
          <a:p>
            <a:r>
              <a:t>✔ Real-time data analytics platform</a:t>
            </a:r>
          </a:p>
          <a:p>
            <a:r>
              <a:t>✔ Alert-based notification system</a:t>
            </a:r>
          </a:p>
          <a:p/>
          <a:p>
            <a:r>
              <a:t>It enables farmers to monitor pond conditions remotely.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 real-time water monitoring system</a:t>
            </a:r>
          </a:p>
          <a:p>
            <a:r>
              <a:t>• Provide web-based dashboard</a:t>
            </a:r>
          </a:p>
          <a:p>
            <a:r>
              <a:t>• Store historical water data</a:t>
            </a:r>
          </a:p>
          <a:p>
            <a:r>
              <a:t>• Generate alerts for abnormal conditions</a:t>
            </a:r>
          </a:p>
          <a:p>
            <a:r>
              <a:t>• Improve fish survival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0F7FA"/>
                </a:solidFill>
              </a:defRPr>
            </a:pPr>
            <a:r>
              <a:t>Water Sensors (pH, Temp, Turbidity)</a:t>
            </a:r>
          </a:p>
          <a:p>
            <a:r>
              <a:t>             ↓</a:t>
            </a:r>
          </a:p>
          <a:p>
            <a:r>
              <a:t>     Microcontroller (IoT Device)</a:t>
            </a:r>
          </a:p>
          <a:p>
            <a:r>
              <a:t>             ↓</a:t>
            </a:r>
          </a:p>
          <a:p>
            <a:r>
              <a:t>         Internet/WiFi</a:t>
            </a:r>
          </a:p>
          <a:p>
            <a:r>
              <a:t>             ↓</a:t>
            </a:r>
          </a:p>
          <a:p>
            <a:r>
              <a:t>        Cloud Server (Render)</a:t>
            </a:r>
          </a:p>
          <a:p>
            <a:r>
              <a:t>             ↓</a:t>
            </a:r>
          </a:p>
          <a:p>
            <a:r>
              <a:t>         Backend API</a:t>
            </a:r>
          </a:p>
          <a:p>
            <a:r>
              <a:t>             ↓</a:t>
            </a:r>
          </a:p>
          <a:p>
            <a:r>
              <a:t>          Database</a:t>
            </a:r>
          </a:p>
          <a:p>
            <a:r>
              <a:t>             ↓</a:t>
            </a:r>
          </a:p>
          <a:p>
            <a:r>
              <a:t>       Web Dashboard (User)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Sensors collect water parameters</a:t>
            </a:r>
          </a:p>
          <a:p>
            <a:r>
              <a:t>2. Microcontroller processes data</a:t>
            </a:r>
          </a:p>
          <a:p>
            <a:r>
              <a:t>3. Data sent to cloud server</a:t>
            </a:r>
          </a:p>
          <a:p>
            <a:r>
              <a:t>4. Stored in database</a:t>
            </a:r>
          </a:p>
          <a:p>
            <a:r>
              <a:t>5. Displayed on dashboard</a:t>
            </a:r>
          </a:p>
          <a:p>
            <a:r>
              <a:t>6. Alerts triggered if values exceed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• HTML, CSS, JavaScript</a:t>
            </a:r>
          </a:p>
          <a:p/>
          <a:p>
            <a:r>
              <a:t>Backend:</a:t>
            </a:r>
          </a:p>
          <a:p>
            <a:r>
              <a:t>• Python (Flask)</a:t>
            </a:r>
          </a:p>
          <a:p/>
          <a:p>
            <a:r>
              <a:t>Database:</a:t>
            </a:r>
          </a:p>
          <a:p>
            <a:r>
              <a:t>• PostgreSQL (Supabase)</a:t>
            </a:r>
          </a:p>
          <a:p/>
          <a:p>
            <a:r>
              <a:t>Cloud Hosting:</a:t>
            </a:r>
          </a:p>
          <a:p>
            <a:r>
              <a:t>• Render</a:t>
            </a:r>
          </a:p>
          <a:p/>
          <a:p>
            <a:r>
              <a:t>IoT Integration:</a:t>
            </a:r>
          </a:p>
          <a:p>
            <a:r>
              <a:t>• Sensor-based data 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Real-time monitoring</a:t>
            </a:r>
          </a:p>
          <a:p>
            <a:r>
              <a:t>✔ Secure login system</a:t>
            </a:r>
          </a:p>
          <a:p>
            <a:r>
              <a:t>✔ Data visualization dashboard</a:t>
            </a:r>
          </a:p>
          <a:p>
            <a:r>
              <a:t>✔ Historical data storage</a:t>
            </a:r>
          </a:p>
          <a:p>
            <a:r>
              <a:t>✔ Scalable cloud deployment</a:t>
            </a:r>
          </a:p>
          <a:p>
            <a:r>
              <a:t>✔ Expandable for AI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Uniqueness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Designed for Indian aquaculture</a:t>
            </a:r>
          </a:p>
          <a:p>
            <a:r>
              <a:t>• Cost-effective compared to imported systems</a:t>
            </a:r>
          </a:p>
          <a:p>
            <a:r>
              <a:t>• Cloud-based remote access</a:t>
            </a:r>
          </a:p>
          <a:p>
            <a:r>
              <a:t>• Expandable for AI-based predictions</a:t>
            </a:r>
          </a:p>
          <a:p>
            <a:r>
              <a:t>• Scalable for multiple ponds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 Integration</a:t>
            </a:r>
          </a:p>
          <a:p>
            <a:r>
              <a:t>• SMS &amp; WhatsApp Alerts</a:t>
            </a:r>
          </a:p>
          <a:p>
            <a:r>
              <a:t>• AI-based disease prediction</a:t>
            </a:r>
          </a:p>
          <a:p>
            <a:r>
              <a:t>• Multi-language interface</a:t>
            </a:r>
          </a:p>
          <a:p>
            <a:r>
              <a:t>• Government scheme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Plan (Academic)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Estimated Cost:</a:t>
            </a:r>
          </a:p>
          <a:p>
            <a:r>
              <a:t>• IoT Hardware Setup – ₹5,000</a:t>
            </a:r>
          </a:p>
          <a:p>
            <a:r>
              <a:t>• Cloud Hosting – ₹2,000/year</a:t>
            </a:r>
          </a:p>
          <a:p>
            <a:r>
              <a:t>• Maintenance – ₹3,000</a:t>
            </a:r>
          </a:p>
          <a:p/>
          <a:p>
            <a:r>
              <a:t>Revenue Model (Future):</a:t>
            </a:r>
          </a:p>
          <a:p>
            <a:r>
              <a:t>• Subscription – ₹499/month</a:t>
            </a:r>
          </a:p>
          <a:p>
            <a:r>
              <a:t>• Hardware Sales – One-time purchase</a:t>
            </a:r>
          </a:p>
          <a:p>
            <a:r>
              <a:t>• Annual Maintenance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Aquasphere can:</a:t>
            </a:r>
          </a:p>
          <a:p>
            <a:r>
              <a:t>✔ Reduce fish mortality</a:t>
            </a:r>
          </a:p>
          <a:p>
            <a:r>
              <a:t>✔ Improve farmer income</a:t>
            </a:r>
          </a:p>
          <a:p>
            <a:r>
              <a:t>✔ Promote sustainable aquaculture</a:t>
            </a:r>
          </a:p>
          <a:p>
            <a:r>
              <a:t>✔ Support Digital India</a:t>
            </a:r>
          </a:p>
          <a:p>
            <a:r>
              <a:t>✔ Encourage AgriTech innovation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FF88"/>
                </a:solidFill>
              </a:defRPr>
            </a:pPr>
            <a:r>
              <a:t>Aquasphere combines IoT, cloud computing, and web technologies to modernize aquaculture monitoring.</a:t>
            </a:r>
          </a:p>
          <a:p/>
          <a:p>
            <a:r>
              <a:t>It is scalable, affordable, and impactful.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